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7" r:id="rId11"/>
    <p:sldId id="268" r:id="rId12"/>
    <p:sldId id="270" r:id="rId13"/>
    <p:sldId id="269" r:id="rId14"/>
    <p:sldId id="271" r:id="rId15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26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466F-BDA4-4F18-9C7B-FF0A9A1B0E80}" type="datetime1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607B-A47E-422C-9BEF-122CCDB7C526}" type="datetime1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A7CB-BEE6-4F99-898E-913F06E8E125}" type="datetime1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300C-6FC5-4FC3-AF1A-075E4F50620D}" type="datetime1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295D-4A77-4DEB-B04C-9F4282A8BC04}" type="datetime1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8685-4D0C-42D5-8013-B5904CD1FCBC}" type="datetime1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26C0-9885-4BA9-BBFA-A52CBFEBB775}" type="datetime1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E1B38-C5EB-4D66-9137-0AFE9CDEDE8F}" type="datetime1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B613C-1AD7-49D3-885D-F654C5CDBAA6}" type="datetime1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4290-6522-4139-852E-05BD9E7F0D2E}" type="datetime1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955F9-81EA-47C5-8059-9E5C2B437C70}" type="datetime1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327B613C-1AD7-49D3-885D-F654C5CDBAA6}" type="datetime1">
              <a:rPr lang="en-US" smtClean="0"/>
              <a:pPr/>
              <a:t>11/18/2025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  <p:sldLayoutId id="2147483952" r:id="rId2"/>
    <p:sldLayoutId id="2147483953" r:id="rId3"/>
    <p:sldLayoutId id="2147483954" r:id="rId4"/>
    <p:sldLayoutId id="2147483955" r:id="rId5"/>
    <p:sldLayoutId id="2147483956" r:id="rId6"/>
    <p:sldLayoutId id="2147483957" r:id="rId7"/>
    <p:sldLayoutId id="2147483958" r:id="rId8"/>
    <p:sldLayoutId id="2147483959" r:id="rId9"/>
    <p:sldLayoutId id="2147483960" r:id="rId10"/>
    <p:sldLayoutId id="214748396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88640"/>
            <a:ext cx="7543800" cy="2593975"/>
          </a:xfrm>
        </p:spPr>
        <p:txBody>
          <a:bodyPr/>
          <a:lstStyle/>
          <a:p>
            <a:r>
              <a:rPr lang="en-IN" dirty="0"/>
              <a:t>Smart Air Quality (AQI) </a:t>
            </a:r>
            <a:r>
              <a:rPr lang="en-IN" dirty="0" smtClean="0"/>
              <a:t>Monitor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2924944"/>
            <a:ext cx="6461760" cy="2952328"/>
          </a:xfrm>
        </p:spPr>
        <p:txBody>
          <a:bodyPr>
            <a:normAutofit/>
          </a:bodyPr>
          <a:lstStyle/>
          <a:p>
            <a:r>
              <a:rPr lang="en-IN" dirty="0" smtClean="0"/>
              <a:t>NAME:-LALIT KUMAR                                                    </a:t>
            </a:r>
          </a:p>
          <a:p>
            <a:r>
              <a:rPr lang="en-IN" dirty="0" smtClean="0"/>
              <a:t>COURSE:-MCA  CLOUD TECHNOLOGY AND DEVOPS</a:t>
            </a:r>
          </a:p>
          <a:p>
            <a:r>
              <a:rPr lang="en-IN" dirty="0" smtClean="0"/>
              <a:t>SEM=1</a:t>
            </a:r>
            <a:r>
              <a:rPr lang="en-IN" baseline="30000" dirty="0" smtClean="0"/>
              <a:t>ST</a:t>
            </a:r>
            <a:r>
              <a:rPr lang="en-IN" dirty="0" smtClean="0"/>
              <a:t>  SEMESTER</a:t>
            </a:r>
          </a:p>
          <a:p>
            <a:r>
              <a:rPr lang="en-IN" dirty="0" smtClean="0"/>
              <a:t>COLLEGE NAME:-POORNIMA UNIVERSITY JAIPUR</a:t>
            </a:r>
          </a:p>
          <a:p>
            <a:r>
              <a:rPr lang="en-IN" dirty="0" smtClean="0"/>
              <a:t>GUIDE NAME:-NIKITA JANGID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910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INTRODUCATION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To bridge the gap between raw environmental data and human health by creating an intelligent </a:t>
            </a:r>
            <a:r>
              <a:rPr lang="en-US" sz="2800" b="1" dirty="0"/>
              <a:t>Air Quality Monitor</a:t>
            </a:r>
            <a:r>
              <a:rPr lang="en-US" sz="2800" dirty="0"/>
              <a:t>. The goal is to not just display pollution numbers, but to interpret them into </a:t>
            </a:r>
            <a:r>
              <a:rPr lang="en-US" sz="2800" b="1" dirty="0"/>
              <a:t>life-saving advice</a:t>
            </a:r>
            <a:r>
              <a:rPr lang="en-US" sz="2800" dirty="0"/>
              <a:t>—such as mask recommendations and exposure limits—helping the community combat the rising threat of air pollution effectively</a:t>
            </a:r>
            <a:r>
              <a:rPr lang="en-US" sz="2800" dirty="0" smtClean="0"/>
              <a:t>.“</a:t>
            </a:r>
          </a:p>
          <a:p>
            <a:endParaRPr lang="en-IN" sz="2400" dirty="0">
              <a:latin typeface="Activa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41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Solves Data Complexity:</a:t>
            </a:r>
            <a:r>
              <a:rPr lang="en-US" sz="2800" dirty="0"/>
              <a:t> It addresses the problem where raw pollution numbers (AQI) are confusing for the general public by translating them into simple, clear health advisories</a:t>
            </a:r>
            <a:r>
              <a:rPr lang="en-US" sz="2800" dirty="0" smtClean="0"/>
              <a:t>.</a:t>
            </a:r>
          </a:p>
          <a:p>
            <a:endParaRPr lang="en-IN" sz="2800" dirty="0" smtClean="0"/>
          </a:p>
          <a:p>
            <a:r>
              <a:rPr lang="en-US" sz="2800" b="1" dirty="0"/>
              <a:t>Protecting Public Health:</a:t>
            </a:r>
            <a:r>
              <a:rPr lang="en-US" sz="2800" dirty="0"/>
              <a:t> It is important because it provides real-time, actionable warnings (like "Wear a mask") that help vulnerable groups avoid respiratory illnesses and stay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476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Project Goal:</a:t>
            </a:r>
            <a:r>
              <a:rPr lang="en-US" sz="2800" dirty="0"/>
              <a:t> To develop a real-time AQI monitoring system that translates complex pollution data into visual insights and actionable health advisories to protect public safety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b="1" dirty="0"/>
              <a:t>Optimization Target:</a:t>
            </a:r>
            <a:r>
              <a:rPr lang="en-US" sz="2800" dirty="0"/>
              <a:t> To automate data fetching and database storage using background threads while implementing API caching to ensure high performance and reduced latency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42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 smtClean="0"/>
              <a:t>System </a:t>
            </a:r>
            <a:r>
              <a:rPr lang="en-US" sz="2800" b="1" dirty="0"/>
              <a:t>solves the </a:t>
            </a:r>
            <a:r>
              <a:rPr lang="en-US" sz="2800" b="1" dirty="0" smtClean="0"/>
              <a:t>problem</a:t>
            </a:r>
            <a:r>
              <a:rPr lang="en-US" sz="2400" b="1" dirty="0" smtClean="0"/>
              <a:t>-</a:t>
            </a:r>
            <a:r>
              <a:rPr lang="en-US" sz="2400" dirty="0" smtClean="0"/>
              <a:t>The </a:t>
            </a:r>
            <a:r>
              <a:rPr lang="en-US" sz="2400" dirty="0"/>
              <a:t>system solves the problem of ambiguity in air pollution data by acting as an intelligent translator. Instead of just displaying raw numbers (like AQI 180), it instantly maps real-time data to specific health risks and actionable advice (e.g., 'Mask Mandatory'). This eliminates guesswork and empowers users to take immediate protective measures for themselves and vulnerable groups</a:t>
            </a:r>
            <a:r>
              <a:rPr lang="en-US" sz="2400" dirty="0" smtClean="0"/>
              <a:t>.</a:t>
            </a:r>
            <a:endParaRPr lang="en-US" sz="2400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85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941168" y="4581128"/>
            <a:ext cx="7620000" cy="1143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7620000" cy="5996136"/>
          </a:xfrm>
        </p:spPr>
        <p:txBody>
          <a:bodyPr/>
          <a:lstStyle/>
          <a:p>
            <a:r>
              <a:rPr lang="en-US" sz="2800" b="1" dirty="0"/>
              <a:t>High-level </a:t>
            </a:r>
            <a:r>
              <a:rPr lang="en-US" sz="2800" b="1" dirty="0" smtClean="0"/>
              <a:t>strategy</a:t>
            </a:r>
            <a:endParaRPr lang="en-US" sz="2800" b="1" dirty="0"/>
          </a:p>
          <a:p>
            <a:r>
              <a:rPr lang="en-US" dirty="0"/>
              <a:t>"Our strategy utilizes a </a:t>
            </a:r>
            <a:r>
              <a:rPr lang="en-US" b="1" dirty="0"/>
              <a:t>Decoupled Full-Stack Architecture</a:t>
            </a:r>
            <a:r>
              <a:rPr lang="en-US" dirty="0"/>
              <a:t> to ensure speed and reliability.</a:t>
            </a:r>
          </a:p>
          <a:p>
            <a:r>
              <a:rPr lang="en-US" sz="2400" b="1" dirty="0"/>
              <a:t>Data Aggregation</a:t>
            </a:r>
            <a:r>
              <a:rPr lang="en-US" b="1" dirty="0"/>
              <a:t>:</a:t>
            </a:r>
            <a:r>
              <a:rPr lang="en-US" dirty="0"/>
              <a:t> We leverage the robust </a:t>
            </a:r>
            <a:r>
              <a:rPr lang="en-US" dirty="0" err="1"/>
              <a:t>OpenWeatherMap</a:t>
            </a:r>
            <a:r>
              <a:rPr lang="en-US" dirty="0"/>
              <a:t> API for global accuracy rather than building hardware sensors.</a:t>
            </a:r>
          </a:p>
          <a:p>
            <a:r>
              <a:rPr lang="en-US" sz="2400" b="1" dirty="0"/>
              <a:t>Asynchronous Processing</a:t>
            </a:r>
            <a:r>
              <a:rPr lang="en-US" b="1" dirty="0"/>
              <a:t>:</a:t>
            </a:r>
            <a:r>
              <a:rPr lang="en-US" dirty="0"/>
              <a:t> The Python backend uses multi-threading to handle complex tasks—fetching data, processing health logic, and saving history to the database—simultaneously, ensuring the user interface remains instant and lag-free."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093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Frontend (UI/UX):</a:t>
            </a:r>
            <a:r>
              <a:rPr lang="en-US" dirty="0"/>
              <a:t> Built using standard </a:t>
            </a:r>
            <a:r>
              <a:rPr lang="en-US" b="1" dirty="0"/>
              <a:t>HTML, CSS, and JavaScript</a:t>
            </a:r>
            <a:r>
              <a:rPr lang="en-US" dirty="0"/>
              <a:t>. Integrated </a:t>
            </a:r>
            <a:r>
              <a:rPr lang="en-US" b="1" dirty="0"/>
              <a:t>Chart.js</a:t>
            </a:r>
            <a:r>
              <a:rPr lang="en-US" dirty="0"/>
              <a:t> for the forecast graphs and </a:t>
            </a:r>
            <a:r>
              <a:rPr lang="en-US" b="1" dirty="0"/>
              <a:t>Leaflet.js</a:t>
            </a:r>
            <a:r>
              <a:rPr lang="en-US" dirty="0"/>
              <a:t> for the interactive maps.</a:t>
            </a:r>
          </a:p>
          <a:p>
            <a:r>
              <a:rPr lang="en-US" b="1" dirty="0"/>
              <a:t>Backend (Logic):</a:t>
            </a:r>
            <a:r>
              <a:rPr lang="en-US" dirty="0"/>
              <a:t> Powered by </a:t>
            </a:r>
            <a:r>
              <a:rPr lang="en-US" b="1" dirty="0"/>
              <a:t>Python</a:t>
            </a:r>
            <a:r>
              <a:rPr lang="en-US" dirty="0"/>
              <a:t> and the </a:t>
            </a:r>
            <a:r>
              <a:rPr lang="en-US" b="1" dirty="0"/>
              <a:t>Flask</a:t>
            </a:r>
            <a:r>
              <a:rPr lang="en-US" dirty="0"/>
              <a:t> framework to handle server requests and processing.</a:t>
            </a:r>
          </a:p>
          <a:p>
            <a:r>
              <a:rPr lang="en-US" b="1" dirty="0"/>
              <a:t>Database (Storage):</a:t>
            </a:r>
            <a:r>
              <a:rPr lang="en-US" dirty="0"/>
              <a:t> Utilized </a:t>
            </a:r>
            <a:r>
              <a:rPr lang="en-US" b="1" dirty="0"/>
              <a:t>SQLite</a:t>
            </a:r>
            <a:r>
              <a:rPr lang="en-US" dirty="0"/>
              <a:t> to store and retrieve user search history locally.</a:t>
            </a:r>
          </a:p>
          <a:p>
            <a:r>
              <a:rPr lang="en-US" b="1" dirty="0"/>
              <a:t>Cloud/API (Data Source):</a:t>
            </a:r>
            <a:r>
              <a:rPr lang="en-US" dirty="0"/>
              <a:t> Leveraged the </a:t>
            </a:r>
            <a:r>
              <a:rPr lang="en-US" b="1" dirty="0" err="1"/>
              <a:t>OpenWeatherMap</a:t>
            </a:r>
            <a:r>
              <a:rPr lang="en-US" b="1" dirty="0"/>
              <a:t> Cloud API</a:t>
            </a:r>
            <a:r>
              <a:rPr lang="en-US" dirty="0"/>
              <a:t> to fetch real-time global air quality data</a:t>
            </a:r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04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Live AQI Tracking:</a:t>
            </a:r>
            <a:r>
              <a:rPr lang="en-IN" dirty="0"/>
              <a:t> Real-time global data</a:t>
            </a:r>
            <a:r>
              <a:rPr lang="en-IN" dirty="0" smtClean="0"/>
              <a:t>.</a:t>
            </a:r>
          </a:p>
          <a:p>
            <a:endParaRPr lang="en-IN" dirty="0"/>
          </a:p>
          <a:p>
            <a:r>
              <a:rPr lang="en-IN" b="1" dirty="0"/>
              <a:t>Health Advisory:</a:t>
            </a:r>
            <a:r>
              <a:rPr lang="en-IN" dirty="0"/>
              <a:t> Actionable alerts (Masks/Indoors</a:t>
            </a:r>
            <a:r>
              <a:rPr lang="en-IN" dirty="0" smtClean="0"/>
              <a:t>).</a:t>
            </a:r>
          </a:p>
          <a:p>
            <a:endParaRPr lang="en-IN" dirty="0"/>
          </a:p>
          <a:p>
            <a:r>
              <a:rPr lang="en-IN" b="1" dirty="0"/>
              <a:t>Visual Analytics:</a:t>
            </a:r>
            <a:r>
              <a:rPr lang="en-IN" dirty="0"/>
              <a:t> Interactive Gauge &amp; Forecast Graph</a:t>
            </a:r>
            <a:r>
              <a:rPr lang="en-IN" dirty="0" smtClean="0"/>
              <a:t>.</a:t>
            </a:r>
          </a:p>
          <a:p>
            <a:endParaRPr lang="en-IN" dirty="0"/>
          </a:p>
          <a:p>
            <a:r>
              <a:rPr lang="en-IN" b="1" dirty="0"/>
              <a:t>Location Mapping:</a:t>
            </a:r>
            <a:r>
              <a:rPr lang="en-IN" dirty="0"/>
              <a:t> Pinpoint city on a map</a:t>
            </a:r>
            <a:r>
              <a:rPr lang="en-IN" dirty="0" smtClean="0"/>
              <a:t>.</a:t>
            </a:r>
          </a:p>
          <a:p>
            <a:endParaRPr lang="en-IN" dirty="0"/>
          </a:p>
          <a:p>
            <a:r>
              <a:rPr lang="en-IN" b="1" dirty="0"/>
              <a:t>Search History:</a:t>
            </a:r>
            <a:r>
              <a:rPr lang="en-IN" dirty="0"/>
              <a:t> Auto-save to local database</a:t>
            </a:r>
            <a:r>
              <a:rPr lang="en-IN" dirty="0" smtClean="0"/>
              <a:t>.</a:t>
            </a:r>
          </a:p>
          <a:p>
            <a:endParaRPr lang="en-IN" dirty="0"/>
          </a:p>
          <a:p>
            <a:r>
              <a:rPr lang="en-IN" b="1" dirty="0"/>
              <a:t>Export Data:</a:t>
            </a:r>
            <a:r>
              <a:rPr lang="en-IN" dirty="0"/>
              <a:t> One-click CSV download.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237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Screenshots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268760"/>
            <a:ext cx="7139136" cy="2376264"/>
          </a:xfr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3789040"/>
            <a:ext cx="7200800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123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Code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1" dirty="0"/>
              <a:t>from</a:t>
            </a:r>
            <a:r>
              <a:rPr lang="en-IN" dirty="0"/>
              <a:t> flask </a:t>
            </a:r>
            <a:r>
              <a:rPr lang="en-IN" i="1" dirty="0"/>
              <a:t>import</a:t>
            </a:r>
            <a:r>
              <a:rPr lang="en-IN" dirty="0"/>
              <a:t> Flask, request, </a:t>
            </a:r>
            <a:r>
              <a:rPr lang="en-IN" dirty="0" err="1"/>
              <a:t>jsonify</a:t>
            </a:r>
            <a:r>
              <a:rPr lang="en-IN" dirty="0"/>
              <a:t>, </a:t>
            </a:r>
            <a:r>
              <a:rPr lang="en-IN" dirty="0" err="1"/>
              <a:t>send_from_directory</a:t>
            </a:r>
            <a:r>
              <a:rPr lang="en-IN" dirty="0"/>
              <a:t>, </a:t>
            </a:r>
            <a:r>
              <a:rPr lang="en-IN" dirty="0" smtClean="0"/>
              <a:t>Response</a:t>
            </a:r>
          </a:p>
          <a:p>
            <a:endParaRPr lang="en-IN" dirty="0"/>
          </a:p>
          <a:p>
            <a:r>
              <a:rPr lang="en-IN" i="1" dirty="0"/>
              <a:t>import</a:t>
            </a:r>
            <a:r>
              <a:rPr lang="en-IN" dirty="0"/>
              <a:t> </a:t>
            </a:r>
            <a:r>
              <a:rPr lang="en-IN" dirty="0" err="1"/>
              <a:t>os</a:t>
            </a:r>
            <a:r>
              <a:rPr lang="en-IN" dirty="0"/>
              <a:t>, time, threading, sqlite3, </a:t>
            </a:r>
            <a:r>
              <a:rPr lang="en-IN" dirty="0" err="1"/>
              <a:t>csv</a:t>
            </a:r>
            <a:r>
              <a:rPr lang="en-IN" dirty="0"/>
              <a:t>, </a:t>
            </a:r>
            <a:r>
              <a:rPr lang="en-IN" dirty="0" err="1" smtClean="0"/>
              <a:t>io</a:t>
            </a:r>
            <a:endParaRPr lang="en-IN" dirty="0" smtClean="0"/>
          </a:p>
          <a:p>
            <a:endParaRPr lang="en-IN" dirty="0"/>
          </a:p>
          <a:p>
            <a:r>
              <a:rPr lang="en-IN" i="1" dirty="0"/>
              <a:t>import</a:t>
            </a:r>
            <a:r>
              <a:rPr lang="en-IN" dirty="0"/>
              <a:t> </a:t>
            </a:r>
            <a:r>
              <a:rPr lang="en-IN" dirty="0" smtClean="0"/>
              <a:t>requests</a:t>
            </a:r>
          </a:p>
          <a:p>
            <a:endParaRPr lang="en-IN" dirty="0"/>
          </a:p>
          <a:p>
            <a:r>
              <a:rPr lang="en-IN" i="1" dirty="0"/>
              <a:t>from</a:t>
            </a:r>
            <a:r>
              <a:rPr lang="en-IN" dirty="0"/>
              <a:t> </a:t>
            </a:r>
            <a:r>
              <a:rPr lang="en-IN" dirty="0" err="1"/>
              <a:t>datetime</a:t>
            </a:r>
            <a:r>
              <a:rPr lang="en-IN" dirty="0"/>
              <a:t> </a:t>
            </a:r>
            <a:r>
              <a:rPr lang="en-IN" i="1" dirty="0"/>
              <a:t>import</a:t>
            </a:r>
            <a:r>
              <a:rPr lang="en-IN" dirty="0"/>
              <a:t> </a:t>
            </a:r>
            <a:r>
              <a:rPr lang="en-IN" dirty="0" err="1" smtClean="0"/>
              <a:t>datetime</a:t>
            </a:r>
            <a:endParaRPr lang="en-IN" dirty="0" smtClean="0"/>
          </a:p>
          <a:p>
            <a:pPr marL="114300" indent="0">
              <a:buNone/>
            </a:pPr>
            <a:endParaRPr lang="en-IN" dirty="0"/>
          </a:p>
          <a:p>
            <a:r>
              <a:rPr lang="en-IN" i="1" dirty="0"/>
              <a:t>from</a:t>
            </a:r>
            <a:r>
              <a:rPr lang="en-IN" dirty="0"/>
              <a:t> </a:t>
            </a:r>
            <a:r>
              <a:rPr lang="en-IN" dirty="0" err="1"/>
              <a:t>flask_cors</a:t>
            </a:r>
            <a:r>
              <a:rPr lang="en-IN" dirty="0"/>
              <a:t> </a:t>
            </a:r>
            <a:r>
              <a:rPr lang="en-IN" i="1" dirty="0"/>
              <a:t>import</a:t>
            </a:r>
            <a:r>
              <a:rPr lang="en-IN" dirty="0"/>
              <a:t> CORS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926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High Performance &amp; Cost Efficiency:</a:t>
            </a:r>
            <a:r>
              <a:rPr lang="en-US" dirty="0"/>
              <a:t> The backend implemented </a:t>
            </a:r>
            <a:r>
              <a:rPr lang="en-US" b="1" dirty="0"/>
              <a:t>API Caching</a:t>
            </a:r>
            <a:r>
              <a:rPr lang="en-US" dirty="0"/>
              <a:t> and </a:t>
            </a:r>
            <a:r>
              <a:rPr lang="en-US" b="1" dirty="0"/>
              <a:t>Asynchronous Threading</a:t>
            </a:r>
            <a:r>
              <a:rPr lang="en-US" dirty="0"/>
              <a:t>, which ensures near-instantaneous search results for the user while dramatically reducing external API call costs and keeping the system lag-free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114300" indent="0">
              <a:buNone/>
            </a:pPr>
            <a:endParaRPr lang="en-US" dirty="0"/>
          </a:p>
          <a:p>
            <a:r>
              <a:rPr lang="en-US" b="1" dirty="0"/>
              <a:t>Reliable Data Integrity:</a:t>
            </a:r>
            <a:r>
              <a:rPr lang="en-US" dirty="0"/>
              <a:t> The system successfully created a persistent, portable </a:t>
            </a:r>
            <a:r>
              <a:rPr lang="en-US" b="1" dirty="0"/>
              <a:t>SQLite Database</a:t>
            </a:r>
            <a:r>
              <a:rPr lang="en-US" dirty="0"/>
              <a:t> that auto-saves all user history, enabling features like one-click </a:t>
            </a:r>
            <a:r>
              <a:rPr lang="en-US" b="1" dirty="0"/>
              <a:t>CSV/Excel export</a:t>
            </a:r>
            <a:r>
              <a:rPr lang="en-US" dirty="0"/>
              <a:t> for external data analysis.</a:t>
            </a:r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21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7620000" cy="1143000"/>
          </a:xfrm>
        </p:spPr>
        <p:txBody>
          <a:bodyPr/>
          <a:lstStyle/>
          <a:p>
            <a:r>
              <a:rPr lang="en-IN" dirty="0"/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Email Alert System:</a:t>
            </a:r>
            <a:r>
              <a:rPr lang="en-US" dirty="0"/>
              <a:t> Integrate automation to send instant </a:t>
            </a:r>
            <a:r>
              <a:rPr lang="en-US" b="1" dirty="0"/>
              <a:t>email warnings</a:t>
            </a:r>
            <a:r>
              <a:rPr lang="en-US" dirty="0"/>
              <a:t> when the AQI reaches hazardous levels</a:t>
            </a:r>
            <a:r>
              <a:rPr lang="en-US" dirty="0" smtClean="0"/>
              <a:t>.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b="1" dirty="0"/>
              <a:t>Predictive Analytics:</a:t>
            </a:r>
            <a:r>
              <a:rPr lang="en-US" dirty="0"/>
              <a:t> Use </a:t>
            </a:r>
            <a:r>
              <a:rPr lang="en-US" b="1" dirty="0"/>
              <a:t>Machine Learning</a:t>
            </a:r>
            <a:r>
              <a:rPr lang="en-US" dirty="0"/>
              <a:t> to forecast pollution trends for the upcoming week</a:t>
            </a:r>
            <a:r>
              <a:rPr lang="en-US" dirty="0" smtClean="0"/>
              <a:t>.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b="1" dirty="0" err="1"/>
              <a:t>IoT</a:t>
            </a:r>
            <a:r>
              <a:rPr lang="en-US" b="1" dirty="0"/>
              <a:t> Integration:</a:t>
            </a:r>
            <a:r>
              <a:rPr lang="en-US" dirty="0"/>
              <a:t> Develop connectivity to </a:t>
            </a:r>
            <a:r>
              <a:rPr lang="en-US" b="1" dirty="0"/>
              <a:t>physical sensors</a:t>
            </a:r>
            <a:r>
              <a:rPr lang="en-US" dirty="0"/>
              <a:t> for hyper-local and indoor air quality monitoring</a:t>
            </a:r>
            <a:r>
              <a:rPr lang="en-US" dirty="0" smtClean="0"/>
              <a:t>.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b="1" dirty="0"/>
              <a:t>User Personalization:</a:t>
            </a:r>
            <a:r>
              <a:rPr lang="en-US" dirty="0"/>
              <a:t> Allow users to </a:t>
            </a:r>
            <a:r>
              <a:rPr lang="en-US" b="1" dirty="0"/>
              <a:t>save favorite cities</a:t>
            </a:r>
            <a:r>
              <a:rPr lang="en-US" dirty="0"/>
              <a:t> and set personalized alert thresholds.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52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ctiva" pitchFamily="2" charset="0"/>
              </a:rPr>
              <a:t>This project successfully developed a full-stack Air Quality Monitor that translates complex data into simple, actionable health advice. The system is highly efficient, using Python threading and API caching to ensure instant, lag-free performance. It successfully bridges the gap between raw environmental data and public safety, providing a scalable solution for promoting health awareness.</a:t>
            </a:r>
            <a:endParaRPr lang="en-IN" dirty="0">
              <a:latin typeface="Activa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516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2050" name="Picture 2" descr="Blue Ink Thank You Car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460432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75678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82</TotalTime>
  <Words>715</Words>
  <Application>Microsoft Office PowerPoint</Application>
  <PresentationFormat>On-screen Show (4:3)</PresentationFormat>
  <Paragraphs>79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Adjacency</vt:lpstr>
      <vt:lpstr>Smart Air Quality (AQI) Monitor</vt:lpstr>
      <vt:lpstr>INTRODUCATION</vt:lpstr>
      <vt:lpstr>Problem Statement</vt:lpstr>
      <vt:lpstr>Objectives</vt:lpstr>
      <vt:lpstr>Proposed Solution</vt:lpstr>
      <vt:lpstr>PowerPoint Presentation</vt:lpstr>
      <vt:lpstr>Technologies Used</vt:lpstr>
      <vt:lpstr>Features</vt:lpstr>
      <vt:lpstr>Screenshots</vt:lpstr>
      <vt:lpstr>Code Highlights</vt:lpstr>
      <vt:lpstr>Results</vt:lpstr>
      <vt:lpstr>Future Enhancements</vt:lpstr>
      <vt:lpstr>Conclusion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Air Quality (AQI) Monitor</dc:title>
  <dc:creator>Lalit Vansh</dc:creator>
  <cp:lastModifiedBy>Lalit Vansh</cp:lastModifiedBy>
  <cp:revision>8</cp:revision>
  <dcterms:created xsi:type="dcterms:W3CDTF">2025-11-18T16:33:21Z</dcterms:created>
  <dcterms:modified xsi:type="dcterms:W3CDTF">2025-11-18T17:56:03Z</dcterms:modified>
</cp:coreProperties>
</file>