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074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7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2473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14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603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57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793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53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219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4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73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3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Project Title</a:t>
            </a:r>
          </a:p>
          <a:p>
            <a:r>
              <a:rPr dirty="0"/>
              <a:t>Student Name | Roll Number</a:t>
            </a:r>
          </a:p>
          <a:p>
            <a:r>
              <a:rPr dirty="0"/>
              <a:t>Course / Semester</a:t>
            </a:r>
          </a:p>
          <a:p>
            <a:r>
              <a:rPr dirty="0"/>
              <a:t>College Name</a:t>
            </a:r>
          </a:p>
          <a:p>
            <a:r>
              <a:rPr dirty="0"/>
              <a:t>Guide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Project overview</a:t>
            </a:r>
          </a:p>
          <a:p>
            <a:r>
              <a:t>Purpose of the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What real-world issue does this project solve?</a:t>
            </a:r>
          </a:p>
          <a:p>
            <a:r>
              <a:t>Why is it important?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List of project goals</a:t>
            </a:r>
          </a:p>
          <a:p>
            <a:r>
              <a:t>Cloud optimization / automation targets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How your system solves the problem</a:t>
            </a:r>
          </a:p>
          <a:p>
            <a:r>
              <a:t>High-level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Insert architecture diagram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Python</a:t>
            </a:r>
          </a:p>
          <a:p>
            <a:r>
              <a:t>AWS (EC2, IAM, CloudWatch, SES)</a:t>
            </a:r>
          </a:p>
          <a:p>
            <a:r>
              <a:t>Tools: VS Code, AWS CLI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Email Notification</a:t>
            </a:r>
          </a:p>
          <a:p>
            <a:r>
              <a:t>Tag-based EC2 automation</a:t>
            </a:r>
          </a:p>
          <a:p>
            <a:r>
              <a:t>Multi-instance handling</a:t>
            </a:r>
          </a:p>
          <a:p>
            <a:r>
              <a:t>Dashboard (Flask)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(Step-by-Step)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Flow of automation</a:t>
            </a:r>
          </a:p>
          <a:p>
            <a:r>
              <a:t>Trigger → Action → Result sequence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Add EC2, logs, SES, output screenshots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Show 3–4 key Python functions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Cost saved</a:t>
            </a:r>
          </a:p>
          <a:p>
            <a:r>
              <a:t>Improved performance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Slack alerts</a:t>
            </a:r>
          </a:p>
          <a:p>
            <a:r>
              <a:t>RDS automation</a:t>
            </a:r>
          </a:p>
          <a:p>
            <a:r>
              <a:t>Dashboard improvements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Summary of project and learnings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Contact /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231</TotalTime>
  <Words>152</Words>
  <Application>Microsoft Office PowerPoint</Application>
  <PresentationFormat>On-screen Show (4:3)</PresentationFormat>
  <Paragraphs>62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Calibri</vt:lpstr>
      <vt:lpstr>Calibri Light</vt:lpstr>
      <vt:lpstr>Retrospect</vt:lpstr>
      <vt:lpstr>Title Slide</vt:lpstr>
      <vt:lpstr>Introduction</vt:lpstr>
      <vt:lpstr>Problem Statement</vt:lpstr>
      <vt:lpstr>Objectives</vt:lpstr>
      <vt:lpstr>Proposed Solution</vt:lpstr>
      <vt:lpstr>Architecture Diagram</vt:lpstr>
      <vt:lpstr>Technologies Used</vt:lpstr>
      <vt:lpstr>Features</vt:lpstr>
      <vt:lpstr>Working (Step-by-Step)</vt:lpstr>
      <vt:lpstr>Screenshots</vt:lpstr>
      <vt:lpstr>Code Highlights</vt:lpstr>
      <vt:lpstr>Results</vt:lpstr>
      <vt:lpstr>Future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Nikita Jangid</cp:lastModifiedBy>
  <cp:revision>2</cp:revision>
  <dcterms:created xsi:type="dcterms:W3CDTF">2013-01-27T09:14:16Z</dcterms:created>
  <dcterms:modified xsi:type="dcterms:W3CDTF">2025-11-14T08:08:56Z</dcterms:modified>
  <cp:category/>
</cp:coreProperties>
</file>